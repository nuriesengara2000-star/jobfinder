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828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</a:rPr>
              <a:t>JobFinder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AI Agent for smarter job search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33756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FastAPI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48840" y="32461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58568" y="3337560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Next.js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32461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3337560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ReAct Agent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0" y="32461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38928" y="333756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Railway + Vercel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Capstone Project - Generative AI Engineer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98080" y="1188720"/>
            <a:ext cx="3291840" cy="3291840"/>
          </a:xfrm>
          <a:prstGeom prst="arc">
            <a:avLst/>
          </a:prstGeom>
          <a:noFill/>
          <a:ln w="508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2240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resume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→ agent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→ ranked jobs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Manual job search is slow, noisy, and hard to compare with a resume.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73152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029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Too many irrelevant roles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3544" y="2514600"/>
            <a:ext cx="30632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Search results mix junior jobs with senior, director, sales, legal, and unrelated positions.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73152" cy="2194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2029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No fit explanation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1144" y="2514600"/>
            <a:ext cx="30632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Candidates must manually compare requirements, skills, seniority level, location, and job description.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01000" y="18288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828800"/>
            <a:ext cx="73152" cy="21945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202996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Time-consuming workflow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38744" y="2514600"/>
            <a:ext cx="30632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A user may open dozens of vacancies before finding a few realistic opportunities.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Target users: junior/middle AI, GenAI, Python, backend, and full-stack candidates.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An autonomous agent that analyzes the resume and ranks relevant jobs.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73152" cy="2011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8470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1. Resume analysis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3544" y="2331720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Extracts skills, tools, experience level, location, and target role.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45920"/>
            <a:ext cx="73152" cy="2011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8470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2. Multi-source search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331720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Uses custom tools to search hh.kz, LinkedIn-style results, RemoteOK, and We Work Remotely.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92440" y="164592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645920"/>
            <a:ext cx="73152" cy="2011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84708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3. Ranking &amp; filtering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0184" y="2331720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Removes unrelated jobs and scores each vacancy by fit with the candidate profile.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FAFC"/>
                </a:solidFill>
              </a:rPr>
              <a:t>Output: ranked vacancies with match score, company, source, description, and explanation.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End-to-end deployed AI application.</a:t>
            </a:r>
            <a:endParaRPr lang="en-US" sz="1500" dirty="0"/>
          </a:p>
        </p:txBody>
      </p:sp>
      <p:pic>
        <p:nvPicPr>
          <p:cNvPr id="5" name="Image 0" descr="/mnt/data/job_ai_agent_final/job_ai_agent/doc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39042"/>
            <a:ext cx="11384280" cy="30026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51663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5166360"/>
            <a:ext cx="73152" cy="9144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6424" y="53675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06424" y="5852160"/>
            <a:ext cx="45262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Backend runs on Railway. Frontend runs on Vercel. Docker and docker-compose are included for local reproducibility.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55080" y="516636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5166360"/>
            <a:ext cx="73152" cy="9144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92824" y="53675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API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92824" y="5852160"/>
            <a:ext cx="45262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FastAPI exposes GET /health and POST /chat with Pydantic validation and streaming events.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&amp; Custom Tools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The ReAct loop decides the next step instead of using a rigid workflow.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" cy="1874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801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ReAct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3544" y="2286000"/>
            <a:ext cx="47091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Thought -&gt; Action -&gt; Observation -&gt; Final Answer. The agent can choose parsing, search, and ranking tools.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120640" cy="1874520"/>
          </a:xfrm>
          <a:prstGeom prst="roundRect">
            <a:avLst>
              <a:gd name="adj" fmla="val 5854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00200"/>
            <a:ext cx="73152" cy="1874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180136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Custom tools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2824" y="2286000"/>
            <a:ext cx="47091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resume parser, hh.kz search, LinkedIn search, RemoteOK search, WWR search, matching and filtering.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977640"/>
            <a:ext cx="73152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178808"/>
            <a:ext cx="1037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Quality guardrails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" y="4663440"/>
            <a:ext cx="10378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Focused search queries, seniority-aware filtering, irrelevant role filtering, match score, and reason generation.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Readiness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Core capstone requirements are covered.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73152" cy="2011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55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3544" y="2240280"/>
            <a:ext cx="3063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FastAPI, Pydantic validation, logging, rate limiting, streaming response, Swagger docs.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73152" cy="2011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755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Frontend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1144" y="2240280"/>
            <a:ext cx="3063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Next.js web UI with resume input, loading states, streamed result handling, and vacancy cards.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01000" y="1554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000" y="1554480"/>
            <a:ext cx="73152" cy="2011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7556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38744" y="2240280"/>
            <a:ext cx="3063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Dockerfile, docker-compose.yml, Railway backend config, Vercel frontend config.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011680" y="4206240"/>
            <a:ext cx="8138160" cy="109728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420624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9424" y="4407408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Testing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49424" y="4892040"/>
            <a:ext cx="7726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Pytest covers root endpoint, health endpoint, chat validation, and job matching filters.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&amp; Next Steps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 working portfolio-ready AI product with a clear improvement path.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73152" cy="2011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556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Delivered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23544" y="2240280"/>
            <a:ext cx="4800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Live frontend, live backend, autonomous agent, custom tools, deployment config, docs, tests, architecture, and presentation.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397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54480"/>
            <a:ext cx="73152" cy="2011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17556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Future improvements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7104" y="2240280"/>
            <a:ext cx="48006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User accounts, PDF/DOCX upload in web UI, saved jobs, cover letter generation, PostgreSQL production database, LangSmith observability.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JobFinder helps candidates move from noisy search results to focused, explainable job recommendations.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Capstone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JobFinder AI Agent</dc:title>
  <dc:subject>Capstone Demo Day Presentation</dc:subject>
  <dc:creator>JobFinder AI Agent</dc:creator>
  <cp:lastModifiedBy>JobFinder AI Agent</cp:lastModifiedBy>
  <cp:revision>1</cp:revision>
  <dcterms:created xsi:type="dcterms:W3CDTF">2026-05-11T13:02:54Z</dcterms:created>
  <dcterms:modified xsi:type="dcterms:W3CDTF">2026-05-11T13:02:54Z</dcterms:modified>
</cp:coreProperties>
</file>